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T Hoves Bold" charset="1" panose="02000003020000060003"/>
      <p:regular r:id="rId15"/>
    </p:embeddedFont>
    <p:embeddedFont>
      <p:font typeface="TT Hoves" charset="1" panose="02000003020000060003"/>
      <p:regular r:id="rId16"/>
    </p:embeddedFon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jpeg" Type="http://schemas.openxmlformats.org/officeDocument/2006/relationships/image"/><Relationship Id="rId5" Target="../media/VAGutVgkCfQ.mp4" Type="http://schemas.openxmlformats.org/officeDocument/2006/relationships/video"/><Relationship Id="rId6" Target="../media/VAGutVgkCfQ.mp4" Type="http://schemas.microsoft.com/office/2007/relationships/media"/><Relationship Id="rId7" Target="../media/image14.jpeg" Type="http://schemas.openxmlformats.org/officeDocument/2006/relationships/image"/><Relationship Id="rId8" Target="../media/VAGutU4TP50.mp4" Type="http://schemas.openxmlformats.org/officeDocument/2006/relationships/video"/><Relationship Id="rId9" Target="../media/VAGutU4TP50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VAGuuuZVZCk.mp4" Type="http://schemas.openxmlformats.org/officeDocument/2006/relationships/video"/><Relationship Id="rId4" Target="../media/VAGuuuZVZCk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1372" y="2907776"/>
            <a:ext cx="1510072" cy="1510072"/>
          </a:xfrm>
          <a:custGeom>
            <a:avLst/>
            <a:gdLst/>
            <a:ahLst/>
            <a:cxnLst/>
            <a:rect r="r" b="b" t="t" l="l"/>
            <a:pathLst>
              <a:path h="1510072" w="1510072">
                <a:moveTo>
                  <a:pt x="0" y="0"/>
                </a:moveTo>
                <a:lnTo>
                  <a:pt x="1510072" y="0"/>
                </a:lnTo>
                <a:lnTo>
                  <a:pt x="1510072" y="1510071"/>
                </a:lnTo>
                <a:lnTo>
                  <a:pt x="0" y="151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63662" y="5349459"/>
            <a:ext cx="4163102" cy="4291545"/>
            <a:chOff x="0" y="0"/>
            <a:chExt cx="644974" cy="664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4974" cy="664873"/>
            </a:xfrm>
            <a:custGeom>
              <a:avLst/>
              <a:gdLst/>
              <a:ahLst/>
              <a:cxnLst/>
              <a:rect r="r" b="b" t="t" l="l"/>
              <a:pathLst>
                <a:path h="664873" w="644974">
                  <a:moveTo>
                    <a:pt x="46491" y="0"/>
                  </a:moveTo>
                  <a:lnTo>
                    <a:pt x="598482" y="0"/>
                  </a:lnTo>
                  <a:cubicBezTo>
                    <a:pt x="624159" y="0"/>
                    <a:pt x="644974" y="20815"/>
                    <a:pt x="644974" y="46491"/>
                  </a:cubicBezTo>
                  <a:lnTo>
                    <a:pt x="644974" y="618381"/>
                  </a:lnTo>
                  <a:cubicBezTo>
                    <a:pt x="644974" y="644058"/>
                    <a:pt x="624159" y="664873"/>
                    <a:pt x="598482" y="664873"/>
                  </a:cubicBezTo>
                  <a:lnTo>
                    <a:pt x="46491" y="664873"/>
                  </a:lnTo>
                  <a:cubicBezTo>
                    <a:pt x="20815" y="664873"/>
                    <a:pt x="0" y="644058"/>
                    <a:pt x="0" y="618381"/>
                  </a:cubicBezTo>
                  <a:lnTo>
                    <a:pt x="0" y="46491"/>
                  </a:lnTo>
                  <a:cubicBezTo>
                    <a:pt x="0" y="20815"/>
                    <a:pt x="20815" y="0"/>
                    <a:pt x="46491" y="0"/>
                  </a:cubicBezTo>
                  <a:close/>
                </a:path>
              </a:pathLst>
            </a:custGeom>
            <a:blipFill>
              <a:blip r:embed="rId4"/>
              <a:stretch>
                <a:fillRect l="-14428" t="0" r="-1442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74720" y="5349459"/>
            <a:ext cx="4163102" cy="4291545"/>
            <a:chOff x="0" y="0"/>
            <a:chExt cx="644974" cy="6648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4974" cy="664873"/>
            </a:xfrm>
            <a:custGeom>
              <a:avLst/>
              <a:gdLst/>
              <a:ahLst/>
              <a:cxnLst/>
              <a:rect r="r" b="b" t="t" l="l"/>
              <a:pathLst>
                <a:path h="664873" w="644974">
                  <a:moveTo>
                    <a:pt x="46491" y="0"/>
                  </a:moveTo>
                  <a:lnTo>
                    <a:pt x="598482" y="0"/>
                  </a:lnTo>
                  <a:cubicBezTo>
                    <a:pt x="624159" y="0"/>
                    <a:pt x="644974" y="20815"/>
                    <a:pt x="644974" y="46491"/>
                  </a:cubicBezTo>
                  <a:lnTo>
                    <a:pt x="644974" y="618381"/>
                  </a:lnTo>
                  <a:cubicBezTo>
                    <a:pt x="644974" y="644058"/>
                    <a:pt x="624159" y="664873"/>
                    <a:pt x="598482" y="664873"/>
                  </a:cubicBezTo>
                  <a:lnTo>
                    <a:pt x="46491" y="664873"/>
                  </a:lnTo>
                  <a:cubicBezTo>
                    <a:pt x="20815" y="664873"/>
                    <a:pt x="0" y="644058"/>
                    <a:pt x="0" y="618381"/>
                  </a:cubicBezTo>
                  <a:lnTo>
                    <a:pt x="0" y="46491"/>
                  </a:lnTo>
                  <a:cubicBezTo>
                    <a:pt x="0" y="20815"/>
                    <a:pt x="20815" y="0"/>
                    <a:pt x="46491" y="0"/>
                  </a:cubicBezTo>
                  <a:close/>
                </a:path>
              </a:pathLst>
            </a:custGeom>
            <a:blipFill>
              <a:blip r:embed="rId5"/>
              <a:stretch>
                <a:fillRect l="-79260" t="0" r="-7926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069678"/>
            <a:ext cx="16230600" cy="3186266"/>
            <a:chOff x="0" y="0"/>
            <a:chExt cx="4274726" cy="8391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839181"/>
            </a:xfrm>
            <a:custGeom>
              <a:avLst/>
              <a:gdLst/>
              <a:ahLst/>
              <a:cxnLst/>
              <a:rect r="r" b="b" t="t" l="l"/>
              <a:pathLst>
                <a:path h="839181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814855"/>
                  </a:lnTo>
                  <a:cubicBezTo>
                    <a:pt x="4274726" y="821306"/>
                    <a:pt x="4272163" y="827494"/>
                    <a:pt x="4267601" y="832056"/>
                  </a:cubicBezTo>
                  <a:cubicBezTo>
                    <a:pt x="4263039" y="836618"/>
                    <a:pt x="4256851" y="839181"/>
                    <a:pt x="4250399" y="839181"/>
                  </a:cubicBezTo>
                  <a:lnTo>
                    <a:pt x="24327" y="839181"/>
                  </a:lnTo>
                  <a:cubicBezTo>
                    <a:pt x="10891" y="839181"/>
                    <a:pt x="0" y="828290"/>
                    <a:pt x="0" y="81485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87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315375"/>
            <a:ext cx="72667" cy="694874"/>
            <a:chOff x="0" y="0"/>
            <a:chExt cx="19139" cy="1830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39" cy="183012"/>
            </a:xfrm>
            <a:custGeom>
              <a:avLst/>
              <a:gdLst/>
              <a:ahLst/>
              <a:cxnLst/>
              <a:rect r="r" b="b" t="t" l="l"/>
              <a:pathLst>
                <a:path h="183012" w="19139">
                  <a:moveTo>
                    <a:pt x="9569" y="0"/>
                  </a:moveTo>
                  <a:lnTo>
                    <a:pt x="9569" y="0"/>
                  </a:lnTo>
                  <a:cubicBezTo>
                    <a:pt x="14854" y="0"/>
                    <a:pt x="19139" y="4284"/>
                    <a:pt x="19139" y="9569"/>
                  </a:cubicBezTo>
                  <a:lnTo>
                    <a:pt x="19139" y="173443"/>
                  </a:lnTo>
                  <a:cubicBezTo>
                    <a:pt x="19139" y="175981"/>
                    <a:pt x="18130" y="178415"/>
                    <a:pt x="16336" y="180209"/>
                  </a:cubicBezTo>
                  <a:cubicBezTo>
                    <a:pt x="14541" y="182004"/>
                    <a:pt x="12107" y="183012"/>
                    <a:pt x="9569" y="183012"/>
                  </a:cubicBezTo>
                  <a:lnTo>
                    <a:pt x="9569" y="183012"/>
                  </a:lnTo>
                  <a:cubicBezTo>
                    <a:pt x="7031" y="183012"/>
                    <a:pt x="4597" y="182004"/>
                    <a:pt x="2803" y="180209"/>
                  </a:cubicBezTo>
                  <a:cubicBezTo>
                    <a:pt x="1008" y="178415"/>
                    <a:pt x="0" y="175981"/>
                    <a:pt x="0" y="173443"/>
                  </a:cubicBezTo>
                  <a:lnTo>
                    <a:pt x="0" y="9569"/>
                  </a:lnTo>
                  <a:cubicBezTo>
                    <a:pt x="0" y="7031"/>
                    <a:pt x="1008" y="4597"/>
                    <a:pt x="2803" y="2803"/>
                  </a:cubicBezTo>
                  <a:cubicBezTo>
                    <a:pt x="4597" y="1008"/>
                    <a:pt x="7031" y="0"/>
                    <a:pt x="9569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139" cy="211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86633" y="3315375"/>
            <a:ext cx="72667" cy="694874"/>
            <a:chOff x="0" y="0"/>
            <a:chExt cx="19139" cy="183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39" cy="183012"/>
            </a:xfrm>
            <a:custGeom>
              <a:avLst/>
              <a:gdLst/>
              <a:ahLst/>
              <a:cxnLst/>
              <a:rect r="r" b="b" t="t" l="l"/>
              <a:pathLst>
                <a:path h="183012" w="19139">
                  <a:moveTo>
                    <a:pt x="9569" y="0"/>
                  </a:moveTo>
                  <a:lnTo>
                    <a:pt x="9569" y="0"/>
                  </a:lnTo>
                  <a:cubicBezTo>
                    <a:pt x="14854" y="0"/>
                    <a:pt x="19139" y="4284"/>
                    <a:pt x="19139" y="9569"/>
                  </a:cubicBezTo>
                  <a:lnTo>
                    <a:pt x="19139" y="173443"/>
                  </a:lnTo>
                  <a:cubicBezTo>
                    <a:pt x="19139" y="175981"/>
                    <a:pt x="18130" y="178415"/>
                    <a:pt x="16336" y="180209"/>
                  </a:cubicBezTo>
                  <a:cubicBezTo>
                    <a:pt x="14541" y="182004"/>
                    <a:pt x="12107" y="183012"/>
                    <a:pt x="9569" y="183012"/>
                  </a:cubicBezTo>
                  <a:lnTo>
                    <a:pt x="9569" y="183012"/>
                  </a:lnTo>
                  <a:cubicBezTo>
                    <a:pt x="7031" y="183012"/>
                    <a:pt x="4597" y="182004"/>
                    <a:pt x="2803" y="180209"/>
                  </a:cubicBezTo>
                  <a:cubicBezTo>
                    <a:pt x="1008" y="178415"/>
                    <a:pt x="0" y="175981"/>
                    <a:pt x="0" y="173443"/>
                  </a:cubicBezTo>
                  <a:lnTo>
                    <a:pt x="0" y="9569"/>
                  </a:lnTo>
                  <a:cubicBezTo>
                    <a:pt x="0" y="7031"/>
                    <a:pt x="1008" y="4597"/>
                    <a:pt x="2803" y="2803"/>
                  </a:cubicBezTo>
                  <a:cubicBezTo>
                    <a:pt x="4597" y="1008"/>
                    <a:pt x="7031" y="0"/>
                    <a:pt x="9569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139" cy="211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111968" y="9641004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0"/>
                </a:moveTo>
                <a:lnTo>
                  <a:pt x="262556" y="0"/>
                </a:lnTo>
                <a:lnTo>
                  <a:pt x="262556" y="203840"/>
                </a:lnTo>
                <a:lnTo>
                  <a:pt x="0" y="203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5806544" y="9437165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6" y="0"/>
                </a:moveTo>
                <a:lnTo>
                  <a:pt x="0" y="0"/>
                </a:lnTo>
                <a:lnTo>
                  <a:pt x="0" y="203839"/>
                </a:lnTo>
                <a:lnTo>
                  <a:pt x="262556" y="203839"/>
                </a:lnTo>
                <a:lnTo>
                  <a:pt x="2625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7259300" y="2907776"/>
            <a:ext cx="1510072" cy="1510072"/>
          </a:xfrm>
          <a:custGeom>
            <a:avLst/>
            <a:gdLst/>
            <a:ahLst/>
            <a:cxnLst/>
            <a:rect r="r" b="b" t="t" l="l"/>
            <a:pathLst>
              <a:path h="1510072" w="1510072">
                <a:moveTo>
                  <a:pt x="1510072" y="0"/>
                </a:moveTo>
                <a:lnTo>
                  <a:pt x="0" y="0"/>
                </a:lnTo>
                <a:lnTo>
                  <a:pt x="0" y="1510071"/>
                </a:lnTo>
                <a:lnTo>
                  <a:pt x="1510072" y="1510071"/>
                </a:lnTo>
                <a:lnTo>
                  <a:pt x="1510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11968" y="2635093"/>
            <a:ext cx="14064065" cy="190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4"/>
              </a:lnSpc>
            </a:pPr>
            <a:r>
              <a:rPr lang="en-US" b="true" sz="9774" spc="-390">
                <a:solidFill>
                  <a:srgbClr val="C1FF72"/>
                </a:solidFill>
                <a:latin typeface="TT Hoves Bold"/>
                <a:ea typeface="TT Hoves Bold"/>
                <a:cs typeface="TT Hoves Bold"/>
                <a:sym typeface="TT Hoves Bold"/>
              </a:rPr>
              <a:t>HIGGSFIELD </a:t>
            </a:r>
          </a:p>
          <a:p>
            <a:pPr algn="ctr">
              <a:lnSpc>
                <a:spcPts val="5983"/>
              </a:lnSpc>
            </a:pPr>
            <a:r>
              <a:rPr lang="en-US" sz="6574" spc="-262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UGC</a:t>
            </a:r>
            <a:r>
              <a:rPr lang="en-US" sz="6574" spc="-262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 Studio’s New AI Features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292270" y="9572192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6" y="0"/>
                </a:moveTo>
                <a:lnTo>
                  <a:pt x="0" y="0"/>
                </a:lnTo>
                <a:lnTo>
                  <a:pt x="0" y="203839"/>
                </a:lnTo>
                <a:lnTo>
                  <a:pt x="262556" y="203839"/>
                </a:lnTo>
                <a:lnTo>
                  <a:pt x="2625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028700" y="2938793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203839"/>
                </a:moveTo>
                <a:lnTo>
                  <a:pt x="262557" y="203839"/>
                </a:lnTo>
                <a:lnTo>
                  <a:pt x="262557" y="0"/>
                </a:lnTo>
                <a:lnTo>
                  <a:pt x="0" y="0"/>
                </a:lnTo>
                <a:lnTo>
                  <a:pt x="0" y="2038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554826" y="0"/>
            <a:ext cx="10260769" cy="10260769"/>
          </a:xfrm>
          <a:custGeom>
            <a:avLst/>
            <a:gdLst/>
            <a:ahLst/>
            <a:cxnLst/>
            <a:rect r="r" b="b" t="t" l="l"/>
            <a:pathLst>
              <a:path h="10260769" w="10260769">
                <a:moveTo>
                  <a:pt x="10260769" y="0"/>
                </a:moveTo>
                <a:lnTo>
                  <a:pt x="0" y="0"/>
                </a:lnTo>
                <a:lnTo>
                  <a:pt x="0" y="10260769"/>
                </a:lnTo>
                <a:lnTo>
                  <a:pt x="10260769" y="10260769"/>
                </a:lnTo>
                <a:lnTo>
                  <a:pt x="1026076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92270" y="1321331"/>
            <a:ext cx="7862906" cy="7936969"/>
            <a:chOff x="0" y="0"/>
            <a:chExt cx="1149123" cy="1159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9123" cy="1159947"/>
            </a:xfrm>
            <a:custGeom>
              <a:avLst/>
              <a:gdLst/>
              <a:ahLst/>
              <a:cxnLst/>
              <a:rect r="r" b="b" t="t" l="l"/>
              <a:pathLst>
                <a:path h="1159947" w="1149123">
                  <a:moveTo>
                    <a:pt x="40369" y="0"/>
                  </a:moveTo>
                  <a:lnTo>
                    <a:pt x="1108754" y="0"/>
                  </a:lnTo>
                  <a:cubicBezTo>
                    <a:pt x="1119461" y="0"/>
                    <a:pt x="1129729" y="4253"/>
                    <a:pt x="1137299" y="11824"/>
                  </a:cubicBezTo>
                  <a:cubicBezTo>
                    <a:pt x="1144870" y="19395"/>
                    <a:pt x="1149123" y="29663"/>
                    <a:pt x="1149123" y="40369"/>
                  </a:cubicBezTo>
                  <a:lnTo>
                    <a:pt x="1149123" y="1119578"/>
                  </a:lnTo>
                  <a:cubicBezTo>
                    <a:pt x="1149123" y="1141873"/>
                    <a:pt x="1131049" y="1159947"/>
                    <a:pt x="1108754" y="1159947"/>
                  </a:cubicBezTo>
                  <a:lnTo>
                    <a:pt x="40369" y="1159947"/>
                  </a:lnTo>
                  <a:cubicBezTo>
                    <a:pt x="29663" y="1159947"/>
                    <a:pt x="19395" y="1155694"/>
                    <a:pt x="11824" y="1148123"/>
                  </a:cubicBezTo>
                  <a:cubicBezTo>
                    <a:pt x="4253" y="1140553"/>
                    <a:pt x="0" y="1130285"/>
                    <a:pt x="0" y="1119578"/>
                  </a:cubicBezTo>
                  <a:lnTo>
                    <a:pt x="0" y="40369"/>
                  </a:lnTo>
                  <a:cubicBezTo>
                    <a:pt x="0" y="29663"/>
                    <a:pt x="4253" y="19395"/>
                    <a:pt x="11824" y="11824"/>
                  </a:cubicBezTo>
                  <a:cubicBezTo>
                    <a:pt x="19395" y="4253"/>
                    <a:pt x="29663" y="0"/>
                    <a:pt x="40369" y="0"/>
                  </a:cubicBezTo>
                  <a:close/>
                </a:path>
              </a:pathLst>
            </a:custGeom>
            <a:blipFill>
              <a:blip r:embed="rId6"/>
              <a:stretch>
                <a:fillRect l="-2670" t="0" r="-48099" b="-63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59978" y="965006"/>
            <a:ext cx="5878856" cy="90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7"/>
              </a:lnSpc>
            </a:pPr>
            <a:r>
              <a:rPr lang="en-US" sz="7194" spc="-287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UGC BUILDER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0127" y="2002523"/>
            <a:ext cx="3848136" cy="53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b="true" sz="3667" spc="-146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CAPABILITIES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257" y="3014545"/>
            <a:ext cx="8819026" cy="650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190" indent="-334095" lvl="1">
              <a:lnSpc>
                <a:spcPts val="4332"/>
              </a:lnSpc>
              <a:buFont typeface="Arial"/>
              <a:buChar char="•"/>
            </a:pPr>
            <a:r>
              <a:rPr lang="en-US" b="true" sz="3094" spc="-1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Camera Motion: </a:t>
            </a:r>
            <a:r>
              <a:rPr lang="en-US" sz="3094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Choose from cinematic presets like crash zoom, dolly, jib, whip pan, more.</a:t>
            </a:r>
          </a:p>
          <a:p>
            <a:pPr algn="l" marL="668190" indent="-334095" lvl="1">
              <a:lnSpc>
                <a:spcPts val="4332"/>
              </a:lnSpc>
              <a:buFont typeface="Arial"/>
              <a:buChar char="•"/>
            </a:pPr>
            <a:r>
              <a:rPr lang="en-US" b="true" sz="3094" spc="-1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Avatar or Image Input:</a:t>
            </a:r>
            <a:r>
              <a:rPr lang="en-US" sz="3094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upload your photo or pick a built‑in avatar.</a:t>
            </a:r>
          </a:p>
          <a:p>
            <a:pPr algn="l" marL="668190" indent="-334095" lvl="1">
              <a:lnSpc>
                <a:spcPts val="4332"/>
              </a:lnSpc>
              <a:buFont typeface="Arial"/>
              <a:buChar char="•"/>
            </a:pPr>
            <a:r>
              <a:rPr lang="en-US" b="true" sz="3094" spc="-1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 Prompts:</a:t>
            </a:r>
            <a:r>
              <a:rPr lang="en-US" sz="3094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define character movement and behavior.</a:t>
            </a:r>
          </a:p>
          <a:p>
            <a:pPr algn="l" marL="668190" indent="-334095" lvl="1">
              <a:lnSpc>
                <a:spcPts val="4332"/>
              </a:lnSpc>
              <a:buFont typeface="Arial"/>
              <a:buChar char="•"/>
            </a:pPr>
            <a:r>
              <a:rPr lang="en-US" b="true" sz="3094" spc="-1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Emotion &amp; Voice Controls:</a:t>
            </a:r>
            <a:r>
              <a:rPr lang="en-US" sz="3094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set mood, tone, accent, language.</a:t>
            </a:r>
          </a:p>
          <a:p>
            <a:pPr algn="l" marL="668190" indent="-334095" lvl="1">
              <a:lnSpc>
                <a:spcPts val="4332"/>
              </a:lnSpc>
              <a:buFont typeface="Arial"/>
              <a:buChar char="•"/>
            </a:pPr>
            <a:r>
              <a:rPr lang="en-US" b="true" sz="3094" spc="-1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Background Sound:</a:t>
            </a:r>
            <a:r>
              <a:rPr lang="en-US" sz="3094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add ambiance, music, or environmental audio.</a:t>
            </a:r>
          </a:p>
          <a:p>
            <a:pPr algn="l">
              <a:lnSpc>
                <a:spcPts val="43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0128" y="992814"/>
            <a:ext cx="9710124" cy="64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220" spc="-208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HOW TO CREATE A UGC VIDEO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9817" y="1957789"/>
            <a:ext cx="9615092" cy="55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867" spc="-154">
                <a:solidFill>
                  <a:srgbClr val="BCE7FD"/>
                </a:solidFill>
                <a:latin typeface="TT Hoves"/>
                <a:ea typeface="TT Hoves"/>
                <a:cs typeface="TT Hoves"/>
                <a:sym typeface="TT Hoves"/>
              </a:rPr>
              <a:t>KEY MILESTONES IN CLOUD DEVELOPMENT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757309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86633" y="7161437"/>
            <a:ext cx="72667" cy="694874"/>
            <a:chOff x="0" y="0"/>
            <a:chExt cx="19139" cy="1830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39" cy="183012"/>
            </a:xfrm>
            <a:custGeom>
              <a:avLst/>
              <a:gdLst/>
              <a:ahLst/>
              <a:cxnLst/>
              <a:rect r="r" b="b" t="t" l="l"/>
              <a:pathLst>
                <a:path h="183012" w="19139">
                  <a:moveTo>
                    <a:pt x="9569" y="0"/>
                  </a:moveTo>
                  <a:lnTo>
                    <a:pt x="9569" y="0"/>
                  </a:lnTo>
                  <a:cubicBezTo>
                    <a:pt x="14854" y="0"/>
                    <a:pt x="19139" y="4284"/>
                    <a:pt x="19139" y="9569"/>
                  </a:cubicBezTo>
                  <a:lnTo>
                    <a:pt x="19139" y="173443"/>
                  </a:lnTo>
                  <a:cubicBezTo>
                    <a:pt x="19139" y="175981"/>
                    <a:pt x="18130" y="178415"/>
                    <a:pt x="16336" y="180209"/>
                  </a:cubicBezTo>
                  <a:cubicBezTo>
                    <a:pt x="14541" y="182004"/>
                    <a:pt x="12107" y="183012"/>
                    <a:pt x="9569" y="183012"/>
                  </a:cubicBezTo>
                  <a:lnTo>
                    <a:pt x="9569" y="183012"/>
                  </a:lnTo>
                  <a:cubicBezTo>
                    <a:pt x="7031" y="183012"/>
                    <a:pt x="4597" y="182004"/>
                    <a:pt x="2803" y="180209"/>
                  </a:cubicBezTo>
                  <a:cubicBezTo>
                    <a:pt x="1008" y="178415"/>
                    <a:pt x="0" y="175981"/>
                    <a:pt x="0" y="173443"/>
                  </a:cubicBezTo>
                  <a:lnTo>
                    <a:pt x="0" y="9569"/>
                  </a:lnTo>
                  <a:cubicBezTo>
                    <a:pt x="0" y="7031"/>
                    <a:pt x="1008" y="4597"/>
                    <a:pt x="2803" y="2803"/>
                  </a:cubicBezTo>
                  <a:cubicBezTo>
                    <a:pt x="4597" y="1008"/>
                    <a:pt x="7031" y="0"/>
                    <a:pt x="9569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139" cy="211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75941" y="2516045"/>
            <a:ext cx="5849736" cy="6990551"/>
            <a:chOff x="0" y="0"/>
            <a:chExt cx="906277" cy="10830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6277" cy="1083019"/>
            </a:xfrm>
            <a:custGeom>
              <a:avLst/>
              <a:gdLst/>
              <a:ahLst/>
              <a:cxnLst/>
              <a:rect r="r" b="b" t="t" l="l"/>
              <a:pathLst>
                <a:path h="1083019" w="906277">
                  <a:moveTo>
                    <a:pt x="33087" y="0"/>
                  </a:moveTo>
                  <a:lnTo>
                    <a:pt x="873190" y="0"/>
                  </a:lnTo>
                  <a:cubicBezTo>
                    <a:pt x="891464" y="0"/>
                    <a:pt x="906277" y="14813"/>
                    <a:pt x="906277" y="33087"/>
                  </a:cubicBezTo>
                  <a:lnTo>
                    <a:pt x="906277" y="1049933"/>
                  </a:lnTo>
                  <a:cubicBezTo>
                    <a:pt x="906277" y="1068206"/>
                    <a:pt x="891464" y="1083019"/>
                    <a:pt x="873190" y="1083019"/>
                  </a:cubicBezTo>
                  <a:lnTo>
                    <a:pt x="33087" y="1083019"/>
                  </a:lnTo>
                  <a:cubicBezTo>
                    <a:pt x="14813" y="1083019"/>
                    <a:pt x="0" y="1068206"/>
                    <a:pt x="0" y="1049933"/>
                  </a:cubicBezTo>
                  <a:lnTo>
                    <a:pt x="0" y="33087"/>
                  </a:lnTo>
                  <a:cubicBezTo>
                    <a:pt x="0" y="14813"/>
                    <a:pt x="14813" y="0"/>
                    <a:pt x="330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16779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54717" y="3152769"/>
            <a:ext cx="11246571" cy="689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spc="-1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•Step 1: </a:t>
            </a:r>
            <a:r>
              <a:rPr lang="en-US" sz="3555" spc="-14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Go to Higgsfield UGC Builder set Templated for a camera action.</a:t>
            </a:r>
          </a:p>
          <a:p>
            <a:pPr algn="l">
              <a:lnSpc>
                <a:spcPts val="4977"/>
              </a:lnSpc>
            </a:pPr>
            <a:r>
              <a:rPr lang="en-US" sz="3555" spc="-1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•Step 2:</a:t>
            </a:r>
            <a:r>
              <a:rPr lang="en-US" sz="3555" spc="-14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Choose or upload an input image.</a:t>
            </a:r>
          </a:p>
          <a:p>
            <a:pPr algn="l">
              <a:lnSpc>
                <a:spcPts val="4977"/>
              </a:lnSpc>
            </a:pPr>
            <a:r>
              <a:rPr lang="en-US" sz="3555" spc="-1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•Step 3:</a:t>
            </a:r>
            <a:r>
              <a:rPr lang="en-US" sz="3555" spc="-14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Add Action for the character using a prompts, Audio, and Audio settings (voice type, Emotion,language,accent tones).</a:t>
            </a:r>
          </a:p>
          <a:p>
            <a:pPr algn="l">
              <a:lnSpc>
                <a:spcPts val="4977"/>
              </a:lnSpc>
            </a:pPr>
            <a:r>
              <a:rPr lang="en-US" sz="3555" spc="-1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•Step 4:</a:t>
            </a:r>
            <a:r>
              <a:rPr lang="en-US" sz="3555" spc="-14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Customize background sound </a:t>
            </a:r>
          </a:p>
          <a:p>
            <a:pPr algn="l">
              <a:lnSpc>
                <a:spcPts val="4977"/>
              </a:lnSpc>
            </a:pPr>
            <a:r>
              <a:rPr lang="en-US" sz="3555" spc="-1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•Step 5:</a:t>
            </a:r>
            <a:r>
              <a:rPr lang="en-US" sz="3555" spc="-14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Generate video , one video credit take , 80 to 150 based on the fast or High.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38286" y="-6754055"/>
            <a:ext cx="18249714" cy="18249714"/>
          </a:xfrm>
          <a:custGeom>
            <a:avLst/>
            <a:gdLst/>
            <a:ahLst/>
            <a:cxnLst/>
            <a:rect r="r" b="b" t="t" l="l"/>
            <a:pathLst>
              <a:path h="18249714" w="18249714">
                <a:moveTo>
                  <a:pt x="18249714" y="0"/>
                </a:moveTo>
                <a:lnTo>
                  <a:pt x="0" y="0"/>
                </a:lnTo>
                <a:lnTo>
                  <a:pt x="0" y="18249715"/>
                </a:lnTo>
                <a:lnTo>
                  <a:pt x="18249714" y="18249715"/>
                </a:lnTo>
                <a:lnTo>
                  <a:pt x="182497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82866" y="6114645"/>
            <a:ext cx="8976434" cy="2686583"/>
            <a:chOff x="0" y="0"/>
            <a:chExt cx="2364164" cy="7075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64164" cy="707577"/>
            </a:xfrm>
            <a:custGeom>
              <a:avLst/>
              <a:gdLst/>
              <a:ahLst/>
              <a:cxnLst/>
              <a:rect r="r" b="b" t="t" l="l"/>
              <a:pathLst>
                <a:path h="707577" w="2364164">
                  <a:moveTo>
                    <a:pt x="43986" y="0"/>
                  </a:moveTo>
                  <a:lnTo>
                    <a:pt x="2320178" y="0"/>
                  </a:lnTo>
                  <a:cubicBezTo>
                    <a:pt x="2331843" y="0"/>
                    <a:pt x="2343031" y="4634"/>
                    <a:pt x="2351281" y="12883"/>
                  </a:cubicBezTo>
                  <a:cubicBezTo>
                    <a:pt x="2359529" y="21132"/>
                    <a:pt x="2364164" y="32320"/>
                    <a:pt x="2364164" y="43986"/>
                  </a:cubicBezTo>
                  <a:lnTo>
                    <a:pt x="2364164" y="663591"/>
                  </a:lnTo>
                  <a:cubicBezTo>
                    <a:pt x="2364164" y="687884"/>
                    <a:pt x="2344470" y="707577"/>
                    <a:pt x="2320178" y="707577"/>
                  </a:cubicBezTo>
                  <a:lnTo>
                    <a:pt x="43986" y="707577"/>
                  </a:lnTo>
                  <a:cubicBezTo>
                    <a:pt x="32320" y="707577"/>
                    <a:pt x="21132" y="702943"/>
                    <a:pt x="12883" y="694694"/>
                  </a:cubicBezTo>
                  <a:cubicBezTo>
                    <a:pt x="4634" y="686445"/>
                    <a:pt x="0" y="675257"/>
                    <a:pt x="0" y="663591"/>
                  </a:cubicBezTo>
                  <a:lnTo>
                    <a:pt x="0" y="43986"/>
                  </a:lnTo>
                  <a:cubicBezTo>
                    <a:pt x="0" y="32320"/>
                    <a:pt x="4634" y="21132"/>
                    <a:pt x="12883" y="12883"/>
                  </a:cubicBezTo>
                  <a:cubicBezTo>
                    <a:pt x="21132" y="4634"/>
                    <a:pt x="32320" y="0"/>
                    <a:pt x="43986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2364164" cy="802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TT Hoves"/>
                  <a:ea typeface="TT Hoves"/>
                  <a:cs typeface="TT Hoves"/>
                  <a:sym typeface="TT Hoves"/>
                </a:rPr>
                <a:t>One video typically takes 5 to 10 minutes to render after setup.</a:t>
              </a:r>
            </a:p>
            <a:p>
              <a:pPr algn="ctr">
                <a:lnSpc>
                  <a:spcPts val="67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86633" y="7110499"/>
            <a:ext cx="72667" cy="694874"/>
            <a:chOff x="0" y="0"/>
            <a:chExt cx="19139" cy="1830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9" cy="183012"/>
            </a:xfrm>
            <a:custGeom>
              <a:avLst/>
              <a:gdLst/>
              <a:ahLst/>
              <a:cxnLst/>
              <a:rect r="r" b="b" t="t" l="l"/>
              <a:pathLst>
                <a:path h="183012" w="19139">
                  <a:moveTo>
                    <a:pt x="9569" y="0"/>
                  </a:moveTo>
                  <a:lnTo>
                    <a:pt x="9569" y="0"/>
                  </a:lnTo>
                  <a:cubicBezTo>
                    <a:pt x="14854" y="0"/>
                    <a:pt x="19139" y="4284"/>
                    <a:pt x="19139" y="9569"/>
                  </a:cubicBezTo>
                  <a:lnTo>
                    <a:pt x="19139" y="173443"/>
                  </a:lnTo>
                  <a:cubicBezTo>
                    <a:pt x="19139" y="175981"/>
                    <a:pt x="18130" y="178415"/>
                    <a:pt x="16336" y="180209"/>
                  </a:cubicBezTo>
                  <a:cubicBezTo>
                    <a:pt x="14541" y="182004"/>
                    <a:pt x="12107" y="183012"/>
                    <a:pt x="9569" y="183012"/>
                  </a:cubicBezTo>
                  <a:lnTo>
                    <a:pt x="9569" y="183012"/>
                  </a:lnTo>
                  <a:cubicBezTo>
                    <a:pt x="7031" y="183012"/>
                    <a:pt x="4597" y="182004"/>
                    <a:pt x="2803" y="180209"/>
                  </a:cubicBezTo>
                  <a:cubicBezTo>
                    <a:pt x="1008" y="178415"/>
                    <a:pt x="0" y="175981"/>
                    <a:pt x="0" y="173443"/>
                  </a:cubicBezTo>
                  <a:lnTo>
                    <a:pt x="0" y="9569"/>
                  </a:lnTo>
                  <a:cubicBezTo>
                    <a:pt x="0" y="7031"/>
                    <a:pt x="1008" y="4597"/>
                    <a:pt x="2803" y="2803"/>
                  </a:cubicBezTo>
                  <a:cubicBezTo>
                    <a:pt x="4597" y="1008"/>
                    <a:pt x="7031" y="0"/>
                    <a:pt x="9569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139" cy="211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9054461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0"/>
                </a:moveTo>
                <a:lnTo>
                  <a:pt x="262557" y="0"/>
                </a:lnTo>
                <a:lnTo>
                  <a:pt x="262557" y="203839"/>
                </a:lnTo>
                <a:lnTo>
                  <a:pt x="0" y="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367824" y="9054461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7" y="0"/>
                </a:moveTo>
                <a:lnTo>
                  <a:pt x="0" y="0"/>
                </a:lnTo>
                <a:lnTo>
                  <a:pt x="0" y="203839"/>
                </a:lnTo>
                <a:lnTo>
                  <a:pt x="262557" y="203839"/>
                </a:lnTo>
                <a:lnTo>
                  <a:pt x="2625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028700" y="2370803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203839"/>
                </a:moveTo>
                <a:lnTo>
                  <a:pt x="262557" y="203839"/>
                </a:lnTo>
                <a:lnTo>
                  <a:pt x="262557" y="0"/>
                </a:lnTo>
                <a:lnTo>
                  <a:pt x="0" y="0"/>
                </a:lnTo>
                <a:lnTo>
                  <a:pt x="0" y="2038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7367824" y="2370803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7" y="203839"/>
                </a:moveTo>
                <a:lnTo>
                  <a:pt x="0" y="203839"/>
                </a:lnTo>
                <a:lnTo>
                  <a:pt x="0" y="0"/>
                </a:lnTo>
                <a:lnTo>
                  <a:pt x="262557" y="0"/>
                </a:lnTo>
                <a:lnTo>
                  <a:pt x="262557" y="2038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10179" y="2574642"/>
            <a:ext cx="5560887" cy="6042701"/>
            <a:chOff x="0" y="0"/>
            <a:chExt cx="923848" cy="10038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3848" cy="1003893"/>
            </a:xfrm>
            <a:custGeom>
              <a:avLst/>
              <a:gdLst/>
              <a:ahLst/>
              <a:cxnLst/>
              <a:rect r="r" b="b" t="t" l="l"/>
              <a:pathLst>
                <a:path h="1003893" w="923848">
                  <a:moveTo>
                    <a:pt x="34805" y="0"/>
                  </a:moveTo>
                  <a:lnTo>
                    <a:pt x="889043" y="0"/>
                  </a:lnTo>
                  <a:cubicBezTo>
                    <a:pt x="908265" y="0"/>
                    <a:pt x="923848" y="15583"/>
                    <a:pt x="923848" y="34805"/>
                  </a:cubicBezTo>
                  <a:lnTo>
                    <a:pt x="923848" y="969088"/>
                  </a:lnTo>
                  <a:cubicBezTo>
                    <a:pt x="923848" y="988311"/>
                    <a:pt x="908265" y="1003893"/>
                    <a:pt x="889043" y="1003893"/>
                  </a:cubicBezTo>
                  <a:lnTo>
                    <a:pt x="34805" y="1003893"/>
                  </a:lnTo>
                  <a:cubicBezTo>
                    <a:pt x="15583" y="1003893"/>
                    <a:pt x="0" y="988311"/>
                    <a:pt x="0" y="969088"/>
                  </a:cubicBezTo>
                  <a:lnTo>
                    <a:pt x="0" y="34805"/>
                  </a:lnTo>
                  <a:cubicBezTo>
                    <a:pt x="0" y="15583"/>
                    <a:pt x="15583" y="0"/>
                    <a:pt x="3480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130587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963304" y="2138220"/>
            <a:ext cx="6414347" cy="84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b="true" sz="6785" spc="-271">
                <a:solidFill>
                  <a:srgbClr val="C1FF72"/>
                </a:solidFill>
                <a:latin typeface="TT Hoves Bold"/>
                <a:ea typeface="TT Hoves Bold"/>
                <a:cs typeface="TT Hoves Bold"/>
                <a:sym typeface="TT Hoves Bold"/>
              </a:rPr>
              <a:t>RENDING TIME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0667" y="6463165"/>
            <a:ext cx="3823835" cy="3823835"/>
          </a:xfrm>
          <a:custGeom>
            <a:avLst/>
            <a:gdLst/>
            <a:ahLst/>
            <a:cxnLst/>
            <a:rect r="r" b="b" t="t" l="l"/>
            <a:pathLst>
              <a:path h="3823835" w="3823835">
                <a:moveTo>
                  <a:pt x="0" y="0"/>
                </a:moveTo>
                <a:lnTo>
                  <a:pt x="3823835" y="0"/>
                </a:lnTo>
                <a:lnTo>
                  <a:pt x="3823835" y="3823835"/>
                </a:lnTo>
                <a:lnTo>
                  <a:pt x="0" y="382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464165" y="6463165"/>
            <a:ext cx="3823835" cy="3823835"/>
          </a:xfrm>
          <a:custGeom>
            <a:avLst/>
            <a:gdLst/>
            <a:ahLst/>
            <a:cxnLst/>
            <a:rect r="r" b="b" t="t" l="l"/>
            <a:pathLst>
              <a:path h="3823835" w="3823835">
                <a:moveTo>
                  <a:pt x="0" y="0"/>
                </a:moveTo>
                <a:lnTo>
                  <a:pt x="3823835" y="0"/>
                </a:lnTo>
                <a:lnTo>
                  <a:pt x="3823835" y="3823835"/>
                </a:lnTo>
                <a:lnTo>
                  <a:pt x="0" y="382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191693"/>
            <a:ext cx="16085697" cy="4596919"/>
            <a:chOff x="0" y="0"/>
            <a:chExt cx="3068963" cy="877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68963" cy="877038"/>
            </a:xfrm>
            <a:custGeom>
              <a:avLst/>
              <a:gdLst/>
              <a:ahLst/>
              <a:cxnLst/>
              <a:rect r="r" b="b" t="t" l="l"/>
              <a:pathLst>
                <a:path h="877038" w="3068963">
                  <a:moveTo>
                    <a:pt x="24065" y="0"/>
                  </a:moveTo>
                  <a:lnTo>
                    <a:pt x="3044899" y="0"/>
                  </a:lnTo>
                  <a:cubicBezTo>
                    <a:pt x="3058189" y="0"/>
                    <a:pt x="3068963" y="10774"/>
                    <a:pt x="3068963" y="24065"/>
                  </a:cubicBezTo>
                  <a:lnTo>
                    <a:pt x="3068963" y="852974"/>
                  </a:lnTo>
                  <a:cubicBezTo>
                    <a:pt x="3068963" y="859356"/>
                    <a:pt x="3066428" y="865477"/>
                    <a:pt x="3061915" y="869990"/>
                  </a:cubicBezTo>
                  <a:cubicBezTo>
                    <a:pt x="3057402" y="874503"/>
                    <a:pt x="3051281" y="877038"/>
                    <a:pt x="3044899" y="877038"/>
                  </a:cubicBezTo>
                  <a:lnTo>
                    <a:pt x="24065" y="877038"/>
                  </a:lnTo>
                  <a:cubicBezTo>
                    <a:pt x="17682" y="877038"/>
                    <a:pt x="11561" y="874503"/>
                    <a:pt x="7048" y="869990"/>
                  </a:cubicBezTo>
                  <a:cubicBezTo>
                    <a:pt x="2535" y="865477"/>
                    <a:pt x="0" y="859356"/>
                    <a:pt x="0" y="852974"/>
                  </a:cubicBezTo>
                  <a:lnTo>
                    <a:pt x="0" y="24065"/>
                  </a:lnTo>
                  <a:cubicBezTo>
                    <a:pt x="0" y="17682"/>
                    <a:pt x="2535" y="11561"/>
                    <a:pt x="7048" y="7048"/>
                  </a:cubicBezTo>
                  <a:cubicBezTo>
                    <a:pt x="11561" y="2535"/>
                    <a:pt x="17682" y="0"/>
                    <a:pt x="2406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268" r="0" b="-926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8066" y="1171575"/>
            <a:ext cx="14299809" cy="127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b="true" sz="5306" spc="-212">
                <a:solidFill>
                  <a:srgbClr val="C1FF72"/>
                </a:solidFill>
                <a:latin typeface="TT Hoves Bold"/>
                <a:ea typeface="TT Hoves Bold"/>
                <a:cs typeface="TT Hoves Bold"/>
                <a:sym typeface="TT Hoves Bold"/>
              </a:rPr>
              <a:t>HIGGSFIELD REFERENCE CHROME EXTENSION</a:t>
            </a:r>
          </a:p>
          <a:p>
            <a:pPr algn="l">
              <a:lnSpc>
                <a:spcPts val="482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03168" y="9046300"/>
            <a:ext cx="11328051" cy="66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spc="-155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This new extension only work on the Pinterest only.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3168" y="7386665"/>
            <a:ext cx="11328051" cy="134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spc="-155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This Extension it’s use full for the taken the reference for the background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658" t="-75615" r="-20658" b="-75615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30002" t="0" r="29469" b="0"/>
          <a:stretch>
            <a:fillRect/>
          </a:stretch>
        </p:blipFill>
        <p:spPr>
          <a:xfrm flipH="false" flipV="false" rot="0">
            <a:off x="1028700" y="1826147"/>
            <a:ext cx="5354886" cy="7432153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28771" t="0" r="29079" b="0"/>
          <a:stretch>
            <a:fillRect/>
          </a:stretch>
        </p:blipFill>
        <p:spPr>
          <a:xfrm flipH="false" flipV="false" rot="0">
            <a:off x="11690220" y="1826147"/>
            <a:ext cx="5569080" cy="7432153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21162" y="806881"/>
            <a:ext cx="3123823" cy="58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4804" spc="-192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OUTPUT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7669" t="0" r="7490" b="0"/>
          <a:stretch>
            <a:fillRect/>
          </a:stretch>
        </p:blipFill>
        <p:spPr>
          <a:xfrm flipH="false" flipV="false" rot="0">
            <a:off x="4124824" y="1773869"/>
            <a:ext cx="10707842" cy="709942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21162" y="806881"/>
            <a:ext cx="3123823" cy="58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4804" spc="-192">
                <a:solidFill>
                  <a:srgbClr val="C1FF72"/>
                </a:solidFill>
                <a:latin typeface="TT Hoves"/>
                <a:ea typeface="TT Hoves"/>
                <a:cs typeface="TT Hoves"/>
                <a:sym typeface="TT Hoves"/>
              </a:rPr>
              <a:t>OUTPUT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5969" y="1547326"/>
            <a:ext cx="6414347" cy="84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b="true" sz="6785" spc="-271">
                <a:solidFill>
                  <a:srgbClr val="C1FF72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9143" y="-80010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526" t="0" r="0" b="-752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97168" y="2767183"/>
            <a:ext cx="16093664" cy="673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3785" spc="-15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While Higgsfield’s UGC Builder has some really cool tech and is super easy to use, the videos it creates still look pretty obviously AI-generated. That makes them less ideal for real UGC marketing, where content needs to feel authentic and natural. </a:t>
            </a:r>
          </a:p>
          <a:p>
            <a:pPr algn="l">
              <a:lnSpc>
                <a:spcPts val="3444"/>
              </a:lnSpc>
            </a:pPr>
          </a:p>
          <a:p>
            <a:pPr algn="l">
              <a:lnSpc>
                <a:spcPts val="3444"/>
              </a:lnSpc>
            </a:pPr>
            <a:r>
              <a:rPr lang="en-US" sz="3785" spc="-15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That said, it actually performs really well for cinematic ads and lifestyle-focused videos, especially for things like clothing promotions or aesthetic product showcases. If you're selling fashion or creating visual-style content, it delivers a polished and eye-catching result.</a:t>
            </a:r>
          </a:p>
          <a:p>
            <a:pPr algn="l">
              <a:lnSpc>
                <a:spcPts val="3444"/>
              </a:lnSpc>
            </a:pPr>
          </a:p>
          <a:p>
            <a:pPr algn="l">
              <a:lnSpc>
                <a:spcPts val="3444"/>
              </a:lnSpc>
            </a:pPr>
            <a:r>
              <a:rPr lang="en-US" sz="3785" spc="-15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But for our UGC concept, which relies on authentic, human-like storytelling and a raw influencer vibe, the AI output just doesn’t quite fit. It feels a bit too scripted or artificial for the kind of emotional connection we’re aiming for.</a:t>
            </a:r>
          </a:p>
          <a:p>
            <a:pPr algn="l">
              <a:lnSpc>
                <a:spcPts val="3444"/>
              </a:lnSpc>
            </a:pPr>
            <a:r>
              <a:rPr lang="en-US" sz="3785" spc="-15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Still, Higgsfield is headed in the right direction. If they improve realism and natural motion, this could turn into a strong tool down the line.</a:t>
            </a:r>
          </a:p>
          <a:p>
            <a:pPr algn="l">
              <a:lnSpc>
                <a:spcPts val="226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05" y="6606992"/>
            <a:ext cx="2256944" cy="2256944"/>
          </a:xfrm>
          <a:custGeom>
            <a:avLst/>
            <a:gdLst/>
            <a:ahLst/>
            <a:cxnLst/>
            <a:rect r="r" b="b" t="t" l="l"/>
            <a:pathLst>
              <a:path h="2256944" w="2256944">
                <a:moveTo>
                  <a:pt x="0" y="0"/>
                </a:moveTo>
                <a:lnTo>
                  <a:pt x="2256944" y="0"/>
                </a:lnTo>
                <a:lnTo>
                  <a:pt x="2256944" y="2256944"/>
                </a:lnTo>
                <a:lnTo>
                  <a:pt x="0" y="225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3568" y="4939661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0"/>
                </a:moveTo>
                <a:lnTo>
                  <a:pt x="262556" y="0"/>
                </a:lnTo>
                <a:lnTo>
                  <a:pt x="262556" y="203839"/>
                </a:lnTo>
                <a:lnTo>
                  <a:pt x="0" y="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115458" y="4939661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7" y="0"/>
                </a:moveTo>
                <a:lnTo>
                  <a:pt x="0" y="0"/>
                </a:lnTo>
                <a:lnTo>
                  <a:pt x="0" y="203839"/>
                </a:lnTo>
                <a:lnTo>
                  <a:pt x="262557" y="203839"/>
                </a:lnTo>
                <a:lnTo>
                  <a:pt x="2625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953568" y="2591624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0" y="203839"/>
                </a:moveTo>
                <a:lnTo>
                  <a:pt x="262556" y="203839"/>
                </a:lnTo>
                <a:lnTo>
                  <a:pt x="262556" y="0"/>
                </a:lnTo>
                <a:lnTo>
                  <a:pt x="0" y="0"/>
                </a:lnTo>
                <a:lnTo>
                  <a:pt x="0" y="2038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115458" y="2591624"/>
            <a:ext cx="262557" cy="203839"/>
          </a:xfrm>
          <a:custGeom>
            <a:avLst/>
            <a:gdLst/>
            <a:ahLst/>
            <a:cxnLst/>
            <a:rect r="r" b="b" t="t" l="l"/>
            <a:pathLst>
              <a:path h="203839" w="262557">
                <a:moveTo>
                  <a:pt x="262557" y="203839"/>
                </a:moveTo>
                <a:lnTo>
                  <a:pt x="0" y="203839"/>
                </a:lnTo>
                <a:lnTo>
                  <a:pt x="0" y="0"/>
                </a:lnTo>
                <a:lnTo>
                  <a:pt x="262557" y="0"/>
                </a:lnTo>
                <a:lnTo>
                  <a:pt x="262557" y="2038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031056" y="6606992"/>
            <a:ext cx="2256944" cy="2256944"/>
          </a:xfrm>
          <a:custGeom>
            <a:avLst/>
            <a:gdLst/>
            <a:ahLst/>
            <a:cxnLst/>
            <a:rect r="r" b="b" t="t" l="l"/>
            <a:pathLst>
              <a:path h="2256944" w="2256944">
                <a:moveTo>
                  <a:pt x="2256944" y="0"/>
                </a:moveTo>
                <a:lnTo>
                  <a:pt x="0" y="0"/>
                </a:lnTo>
                <a:lnTo>
                  <a:pt x="0" y="2256944"/>
                </a:lnTo>
                <a:lnTo>
                  <a:pt x="2256944" y="2256944"/>
                </a:lnTo>
                <a:lnTo>
                  <a:pt x="22569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82785" y="5681926"/>
            <a:ext cx="15676744" cy="4114620"/>
            <a:chOff x="0" y="0"/>
            <a:chExt cx="2456115" cy="644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6115" cy="644648"/>
            </a:xfrm>
            <a:custGeom>
              <a:avLst/>
              <a:gdLst/>
              <a:ahLst/>
              <a:cxnLst/>
              <a:rect r="r" b="b" t="t" l="l"/>
              <a:pathLst>
                <a:path h="644648" w="2456115">
                  <a:moveTo>
                    <a:pt x="12346" y="0"/>
                  </a:moveTo>
                  <a:lnTo>
                    <a:pt x="2443769" y="0"/>
                  </a:lnTo>
                  <a:cubicBezTo>
                    <a:pt x="2447043" y="0"/>
                    <a:pt x="2450184" y="1301"/>
                    <a:pt x="2452499" y="3616"/>
                  </a:cubicBezTo>
                  <a:cubicBezTo>
                    <a:pt x="2454814" y="5931"/>
                    <a:pt x="2456115" y="9072"/>
                    <a:pt x="2456115" y="12346"/>
                  </a:cubicBezTo>
                  <a:lnTo>
                    <a:pt x="2456115" y="632302"/>
                  </a:lnTo>
                  <a:cubicBezTo>
                    <a:pt x="2456115" y="635576"/>
                    <a:pt x="2454814" y="638716"/>
                    <a:pt x="2452499" y="641032"/>
                  </a:cubicBezTo>
                  <a:cubicBezTo>
                    <a:pt x="2450184" y="643347"/>
                    <a:pt x="2447043" y="644648"/>
                    <a:pt x="2443769" y="644648"/>
                  </a:cubicBezTo>
                  <a:lnTo>
                    <a:pt x="12346" y="644648"/>
                  </a:lnTo>
                  <a:cubicBezTo>
                    <a:pt x="9072" y="644648"/>
                    <a:pt x="5931" y="643347"/>
                    <a:pt x="3616" y="641032"/>
                  </a:cubicBezTo>
                  <a:cubicBezTo>
                    <a:pt x="1301" y="638716"/>
                    <a:pt x="0" y="635576"/>
                    <a:pt x="0" y="632302"/>
                  </a:cubicBezTo>
                  <a:lnTo>
                    <a:pt x="0" y="12346"/>
                  </a:lnTo>
                  <a:cubicBezTo>
                    <a:pt x="0" y="9072"/>
                    <a:pt x="1301" y="5931"/>
                    <a:pt x="3616" y="3616"/>
                  </a:cubicBezTo>
                  <a:cubicBezTo>
                    <a:pt x="5931" y="1301"/>
                    <a:pt x="9072" y="0"/>
                    <a:pt x="1234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0388" r="0" b="-3963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1257" y="3243262"/>
            <a:ext cx="15705487" cy="162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4"/>
              </a:lnSpc>
            </a:pPr>
            <a:r>
              <a:rPr lang="en-US" b="true" sz="13059" spc="-522">
                <a:solidFill>
                  <a:srgbClr val="00BF63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DAGuhrof9Uw</dc:identifier>
  <dcterms:modified xsi:type="dcterms:W3CDTF">2011-08-01T06:04:30Z</dcterms:modified>
  <cp:revision>1</cp:revision>
  <dc:title>Higgsfield_UGC Builder By KaranKumar</dc:title>
</cp:coreProperties>
</file>