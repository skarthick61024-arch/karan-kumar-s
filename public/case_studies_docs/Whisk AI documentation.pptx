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D72A-2A88-F8E3-5876-F9128F0B7C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66E708-A596-6AEB-2C78-E6246B59CD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54C07BC-2986-2766-CE18-3D948C6F7E94}"/>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5" name="Footer Placeholder 4">
            <a:extLst>
              <a:ext uri="{FF2B5EF4-FFF2-40B4-BE49-F238E27FC236}">
                <a16:creationId xmlns:a16="http://schemas.microsoft.com/office/drawing/2014/main" id="{B181FB28-9550-AD03-B6CB-494F4E0D7E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7AF176-8CFE-46F2-FA9D-97AD5D711774}"/>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1406562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8F95-253A-A5E3-CB73-4238ED67B4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C90C21-809D-E5DC-6B10-5DD27C972D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DBCB7C-F92A-7596-0046-E4500CFBAE94}"/>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5" name="Footer Placeholder 4">
            <a:extLst>
              <a:ext uri="{FF2B5EF4-FFF2-40B4-BE49-F238E27FC236}">
                <a16:creationId xmlns:a16="http://schemas.microsoft.com/office/drawing/2014/main" id="{EFB868DF-F84A-56F6-395B-C92199D065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3C0006-41BF-1871-7627-63915BF1D648}"/>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380023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BA4D5-80B7-1741-1E87-305DB8C626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4080D1-18A7-21BD-075E-5A2140A268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E009E-80FF-E52C-7568-0AF35BA7239F}"/>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5" name="Footer Placeholder 4">
            <a:extLst>
              <a:ext uri="{FF2B5EF4-FFF2-40B4-BE49-F238E27FC236}">
                <a16:creationId xmlns:a16="http://schemas.microsoft.com/office/drawing/2014/main" id="{E2F6DE25-334D-5B99-6387-0AB70CF242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AAD366-B4D6-5070-F009-0F24A4C354E1}"/>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258236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A2992-40F7-1AD8-0751-E85FC33BC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2BBEBA-2E54-6F47-B4DE-736381BB58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44F808-E5A6-35D6-BFA8-22A3676EA7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70A9395-735C-C877-E2DE-43A42CBBA7F8}"/>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6" name="Footer Placeholder 5">
            <a:extLst>
              <a:ext uri="{FF2B5EF4-FFF2-40B4-BE49-F238E27FC236}">
                <a16:creationId xmlns:a16="http://schemas.microsoft.com/office/drawing/2014/main" id="{2FFDFDD0-B13F-1E8F-EC14-B363AB336C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902EE1-3FDB-1D53-3E3B-6E58D2170EFD}"/>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961629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4C9CB-EB84-6963-44A8-9E41EFEB70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78C189-D431-A4D1-E3C8-97AEBC988A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B12382-0A1D-DDA4-BC02-53D264470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3945AD-FD8F-FEE3-372C-C789D93E40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5077E8-1985-DB40-449D-8A3037CA37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FED345-2AAF-EF20-56E5-1DCB250A2319}"/>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8" name="Footer Placeholder 7">
            <a:extLst>
              <a:ext uri="{FF2B5EF4-FFF2-40B4-BE49-F238E27FC236}">
                <a16:creationId xmlns:a16="http://schemas.microsoft.com/office/drawing/2014/main" id="{FE0773F3-5FB8-F8FE-7967-DF672CB66A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96B864-2FBD-D04D-6D66-4523AE5B506E}"/>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3385406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3CD1B-C7BA-8BB1-EA5F-3822CED446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546192-3062-1B4F-3841-0FD788AEF986}"/>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4" name="Footer Placeholder 3">
            <a:extLst>
              <a:ext uri="{FF2B5EF4-FFF2-40B4-BE49-F238E27FC236}">
                <a16:creationId xmlns:a16="http://schemas.microsoft.com/office/drawing/2014/main" id="{9715E3F5-7D52-E1E5-C530-9E0077DC12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4FC7A7-69F9-BAC5-8EA2-8A1F2A002733}"/>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1248544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C8BA31-5C9D-DF62-4DE2-7A7C894807B9}"/>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3" name="Footer Placeholder 2">
            <a:extLst>
              <a:ext uri="{FF2B5EF4-FFF2-40B4-BE49-F238E27FC236}">
                <a16:creationId xmlns:a16="http://schemas.microsoft.com/office/drawing/2014/main" id="{EB06247F-72B0-DE95-7675-E3D7A50CFC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38D8C5-E23D-F56F-BFAE-BF9B0E118E03}"/>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3929681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632C6-21F8-5690-0177-164D3F17F9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991782-521E-4EA5-4FE7-466B5B0BD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7BE041-F418-FAE1-C8D9-1E357D497C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38871F-3323-E685-B4B7-61EBDFE794DF}"/>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6" name="Footer Placeholder 5">
            <a:extLst>
              <a:ext uri="{FF2B5EF4-FFF2-40B4-BE49-F238E27FC236}">
                <a16:creationId xmlns:a16="http://schemas.microsoft.com/office/drawing/2014/main" id="{44284217-BB59-72B5-FBDB-04B622D1AD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503B34-D78D-A9A5-D174-001414B14EA9}"/>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76884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08908-517B-5634-612E-CE0F21B39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74C48C-8144-BE65-EDAE-EA2D6E4C57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495F7B-3B09-9CE8-9166-963324879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401D6-7A7C-B71B-E704-706842DD8762}"/>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6" name="Footer Placeholder 5">
            <a:extLst>
              <a:ext uri="{FF2B5EF4-FFF2-40B4-BE49-F238E27FC236}">
                <a16:creationId xmlns:a16="http://schemas.microsoft.com/office/drawing/2014/main" id="{FBD86811-F507-9711-ED97-21B6BF2B5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46EE47-05AC-CD4B-A591-5E38483D1014}"/>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477558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79B3-ADB4-4296-E411-FEFB903973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066373-6D67-F431-714D-6895F23BE2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60570A-CAEA-48B8-4E73-03A230BC1F1F}"/>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5" name="Footer Placeholder 4">
            <a:extLst>
              <a:ext uri="{FF2B5EF4-FFF2-40B4-BE49-F238E27FC236}">
                <a16:creationId xmlns:a16="http://schemas.microsoft.com/office/drawing/2014/main" id="{14DE8EEC-3C7F-6255-E3BF-A9BBBFB335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5B0AC9-FBD5-0D3F-24B8-2A33A798D8C2}"/>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96178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0D04C-6B2D-1914-8416-FDA5740195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B22D73-4AAA-6EF1-D95C-383C6E0106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4DD3DF-83DE-CB78-2872-ADF99CC2AF4E}"/>
              </a:ext>
            </a:extLst>
          </p:cNvPr>
          <p:cNvSpPr>
            <a:spLocks noGrp="1"/>
          </p:cNvSpPr>
          <p:nvPr>
            <p:ph type="dt" sz="half" idx="10"/>
          </p:nvPr>
        </p:nvSpPr>
        <p:spPr/>
        <p:txBody>
          <a:bodyPr/>
          <a:lstStyle/>
          <a:p>
            <a:fld id="{E3AD1407-F2D1-4FEB-BA3E-34D40A52302E}" type="datetimeFigureOut">
              <a:rPr lang="en-IN" smtClean="0"/>
              <a:t>04-06-2025</a:t>
            </a:fld>
            <a:endParaRPr lang="en-IN"/>
          </a:p>
        </p:txBody>
      </p:sp>
      <p:sp>
        <p:nvSpPr>
          <p:cNvPr id="5" name="Footer Placeholder 4">
            <a:extLst>
              <a:ext uri="{FF2B5EF4-FFF2-40B4-BE49-F238E27FC236}">
                <a16:creationId xmlns:a16="http://schemas.microsoft.com/office/drawing/2014/main" id="{F604B570-D2BE-CBA6-8758-373F614372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6E4293-1B9E-AEEC-2D2C-056ECF77F036}"/>
              </a:ext>
            </a:extLst>
          </p:cNvPr>
          <p:cNvSpPr>
            <a:spLocks noGrp="1"/>
          </p:cNvSpPr>
          <p:nvPr>
            <p:ph type="sldNum" sz="quarter" idx="12"/>
          </p:nvPr>
        </p:nvSpPr>
        <p:spPr/>
        <p:txBody>
          <a:bodyPr/>
          <a:lstStyle/>
          <a:p>
            <a:fld id="{5FBC7AEB-B4CE-4CC5-AA8F-8DCF494540C7}" type="slidenum">
              <a:rPr lang="en-IN" smtClean="0"/>
              <a:t>‹#›</a:t>
            </a:fld>
            <a:endParaRPr lang="en-IN"/>
          </a:p>
        </p:txBody>
      </p:sp>
    </p:spTree>
    <p:extLst>
      <p:ext uri="{BB962C8B-B14F-4D97-AF65-F5344CB8AC3E}">
        <p14:creationId xmlns:p14="http://schemas.microsoft.com/office/powerpoint/2010/main" val="1874015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A26490-F1A2-F076-4425-045306A481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149529-8755-4D96-768F-285BD7D2EA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43B5F6-47B1-3F7A-A95C-B2C9944AD0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AD1407-F2D1-4FEB-BA3E-34D40A52302E}" type="datetimeFigureOut">
              <a:rPr lang="en-IN" smtClean="0"/>
              <a:t>04-06-2025</a:t>
            </a:fld>
            <a:endParaRPr lang="en-IN"/>
          </a:p>
        </p:txBody>
      </p:sp>
      <p:sp>
        <p:nvSpPr>
          <p:cNvPr id="5" name="Footer Placeholder 4">
            <a:extLst>
              <a:ext uri="{FF2B5EF4-FFF2-40B4-BE49-F238E27FC236}">
                <a16:creationId xmlns:a16="http://schemas.microsoft.com/office/drawing/2014/main" id="{FA06C158-B9D3-20A5-5105-91E8EEC2E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E54F681-A931-CAF6-648B-3906E90EA8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BC7AEB-B4CE-4CC5-AA8F-8DCF494540C7}" type="slidenum">
              <a:rPr lang="en-IN" smtClean="0"/>
              <a:t>‹#›</a:t>
            </a:fld>
            <a:endParaRPr lang="en-IN"/>
          </a:p>
        </p:txBody>
      </p:sp>
    </p:spTree>
    <p:extLst>
      <p:ext uri="{BB962C8B-B14F-4D97-AF65-F5344CB8AC3E}">
        <p14:creationId xmlns:p14="http://schemas.microsoft.com/office/powerpoint/2010/main" val="1339823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28988-254D-0821-4048-0CA6C3293AFE}"/>
              </a:ext>
            </a:extLst>
          </p:cNvPr>
          <p:cNvSpPr>
            <a:spLocks noGrp="1"/>
          </p:cNvSpPr>
          <p:nvPr>
            <p:ph type="ctrTitle"/>
          </p:nvPr>
        </p:nvSpPr>
        <p:spPr/>
        <p:txBody>
          <a:bodyPr/>
          <a:lstStyle/>
          <a:p>
            <a:r>
              <a:rPr lang="en-IN" sz="8000" dirty="0">
                <a:solidFill>
                  <a:srgbClr val="FFCC00"/>
                </a:solidFill>
              </a:rPr>
              <a:t>Whisk</a:t>
            </a:r>
            <a:r>
              <a:rPr lang="en-IN" dirty="0"/>
              <a:t> </a:t>
            </a:r>
            <a:r>
              <a:rPr lang="en-IN" sz="5400" dirty="0"/>
              <a:t>AI</a:t>
            </a:r>
          </a:p>
        </p:txBody>
      </p:sp>
      <p:sp>
        <p:nvSpPr>
          <p:cNvPr id="3" name="Subtitle 2">
            <a:extLst>
              <a:ext uri="{FF2B5EF4-FFF2-40B4-BE49-F238E27FC236}">
                <a16:creationId xmlns:a16="http://schemas.microsoft.com/office/drawing/2014/main" id="{34C2E0B3-753D-8755-4705-1BC35A16BAEC}"/>
              </a:ext>
            </a:extLst>
          </p:cNvPr>
          <p:cNvSpPr>
            <a:spLocks noGrp="1"/>
          </p:cNvSpPr>
          <p:nvPr>
            <p:ph type="subTitle" idx="1"/>
          </p:nvPr>
        </p:nvSpPr>
        <p:spPr>
          <a:xfrm>
            <a:off x="5004816" y="3427667"/>
            <a:ext cx="2182368" cy="485330"/>
          </a:xfrm>
        </p:spPr>
        <p:txBody>
          <a:bodyPr/>
          <a:lstStyle/>
          <a:p>
            <a:r>
              <a:rPr lang="en-IN" dirty="0"/>
              <a:t>GOOGLE LABS </a:t>
            </a:r>
          </a:p>
          <a:p>
            <a:endParaRPr lang="en-IN" dirty="0"/>
          </a:p>
        </p:txBody>
      </p:sp>
      <p:sp>
        <p:nvSpPr>
          <p:cNvPr id="4" name="TextBox 3">
            <a:extLst>
              <a:ext uri="{FF2B5EF4-FFF2-40B4-BE49-F238E27FC236}">
                <a16:creationId xmlns:a16="http://schemas.microsoft.com/office/drawing/2014/main" id="{CBD9592C-99DC-3F67-436B-0E0F9979E46D}"/>
              </a:ext>
            </a:extLst>
          </p:cNvPr>
          <p:cNvSpPr txBox="1"/>
          <p:nvPr/>
        </p:nvSpPr>
        <p:spPr>
          <a:xfrm>
            <a:off x="9802368" y="5586984"/>
            <a:ext cx="2468880" cy="830997"/>
          </a:xfrm>
          <a:prstGeom prst="rect">
            <a:avLst/>
          </a:prstGeom>
          <a:noFill/>
        </p:spPr>
        <p:txBody>
          <a:bodyPr wrap="square" rtlCol="0">
            <a:spAutoFit/>
          </a:bodyPr>
          <a:lstStyle/>
          <a:p>
            <a:r>
              <a:rPr lang="en-IN" sz="2400" dirty="0"/>
              <a:t>Document by:</a:t>
            </a:r>
          </a:p>
          <a:p>
            <a:r>
              <a:rPr lang="en-IN" sz="2400" dirty="0">
                <a:solidFill>
                  <a:srgbClr val="FFC000"/>
                </a:solidFill>
              </a:rPr>
              <a:t>Karan Kumar</a:t>
            </a:r>
          </a:p>
        </p:txBody>
      </p:sp>
    </p:spTree>
    <p:extLst>
      <p:ext uri="{BB962C8B-B14F-4D97-AF65-F5344CB8AC3E}">
        <p14:creationId xmlns:p14="http://schemas.microsoft.com/office/powerpoint/2010/main" val="2156825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EF0A-40A4-A583-055A-A0833DB466E7}"/>
              </a:ext>
            </a:extLst>
          </p:cNvPr>
          <p:cNvSpPr>
            <a:spLocks noGrp="1"/>
          </p:cNvSpPr>
          <p:nvPr>
            <p:ph type="title"/>
          </p:nvPr>
        </p:nvSpPr>
        <p:spPr/>
        <p:txBody>
          <a:bodyPr>
            <a:normAutofit/>
          </a:bodyPr>
          <a:lstStyle/>
          <a:p>
            <a:r>
              <a:rPr lang="en-US" sz="3200" dirty="0"/>
              <a:t>Whisk AI is currently not available in India, so I used a VPN to access its features. By connecting through a VPN</a:t>
            </a:r>
            <a:endParaRPr lang="en-IN" sz="3200" dirty="0"/>
          </a:p>
        </p:txBody>
      </p:sp>
      <p:pic>
        <p:nvPicPr>
          <p:cNvPr id="5" name="Content Placeholder 4" descr="A yellow screen with black text&#10;&#10;AI-generated content may be incorrect.">
            <a:extLst>
              <a:ext uri="{FF2B5EF4-FFF2-40B4-BE49-F238E27FC236}">
                <a16:creationId xmlns:a16="http://schemas.microsoft.com/office/drawing/2014/main" id="{31B337D6-C8F2-2336-A8F2-C2545BC176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3591" y="1807337"/>
            <a:ext cx="9079601" cy="4351338"/>
          </a:xfrm>
        </p:spPr>
      </p:pic>
    </p:spTree>
    <p:extLst>
      <p:ext uri="{BB962C8B-B14F-4D97-AF65-F5344CB8AC3E}">
        <p14:creationId xmlns:p14="http://schemas.microsoft.com/office/powerpoint/2010/main" val="259976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3B4A4-98C0-12EE-8C38-95496082DD55}"/>
              </a:ext>
            </a:extLst>
          </p:cNvPr>
          <p:cNvSpPr>
            <a:spLocks noGrp="1"/>
          </p:cNvSpPr>
          <p:nvPr>
            <p:ph type="title"/>
          </p:nvPr>
        </p:nvSpPr>
        <p:spPr/>
        <p:txBody>
          <a:bodyPr>
            <a:normAutofit/>
          </a:bodyPr>
          <a:lstStyle/>
          <a:p>
            <a:r>
              <a:rPr lang="en-US" sz="2800" dirty="0"/>
              <a:t>We can generated the  both images and video generation in the whisk ai </a:t>
            </a:r>
            <a:endParaRPr lang="en-IN" sz="2800" dirty="0"/>
          </a:p>
        </p:txBody>
      </p:sp>
      <p:pic>
        <p:nvPicPr>
          <p:cNvPr id="5" name="Content Placeholder 4" descr="A screenshot of a computer&#10;&#10;AI-generated content may be incorrect.">
            <a:extLst>
              <a:ext uri="{FF2B5EF4-FFF2-40B4-BE49-F238E27FC236}">
                <a16:creationId xmlns:a16="http://schemas.microsoft.com/office/drawing/2014/main" id="{FAB2F10E-2C75-F8BF-579C-AB45E80FA3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8536" y="1825625"/>
            <a:ext cx="9134928" cy="4351338"/>
          </a:xfrm>
        </p:spPr>
      </p:pic>
    </p:spTree>
    <p:extLst>
      <p:ext uri="{BB962C8B-B14F-4D97-AF65-F5344CB8AC3E}">
        <p14:creationId xmlns:p14="http://schemas.microsoft.com/office/powerpoint/2010/main" val="14509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0AFF4-0A86-AF53-ABF6-51E7DED974B3}"/>
              </a:ext>
            </a:extLst>
          </p:cNvPr>
          <p:cNvSpPr>
            <a:spLocks noGrp="1"/>
          </p:cNvSpPr>
          <p:nvPr>
            <p:ph type="title"/>
          </p:nvPr>
        </p:nvSpPr>
        <p:spPr/>
        <p:txBody>
          <a:bodyPr>
            <a:noAutofit/>
          </a:bodyPr>
          <a:lstStyle/>
          <a:p>
            <a:r>
              <a:rPr lang="en-US" sz="3600" dirty="0"/>
              <a:t>We can either provide the text prompt directly or give a scene reference using the side menu, along with specifying the background location and style also.</a:t>
            </a:r>
            <a:endParaRPr lang="en-IN" sz="3600" dirty="0"/>
          </a:p>
        </p:txBody>
      </p:sp>
      <p:pic>
        <p:nvPicPr>
          <p:cNvPr id="5" name="Content Placeholder 4" descr="A screenshot of a computer&#10;&#10;AI-generated content may be incorrect.">
            <a:extLst>
              <a:ext uri="{FF2B5EF4-FFF2-40B4-BE49-F238E27FC236}">
                <a16:creationId xmlns:a16="http://schemas.microsoft.com/office/drawing/2014/main" id="{E21B53DB-7D46-913B-3B25-12A1924B9A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4823" y="2209709"/>
            <a:ext cx="5413496" cy="2771334"/>
          </a:xfrm>
        </p:spPr>
      </p:pic>
      <p:pic>
        <p:nvPicPr>
          <p:cNvPr id="8" name="Picture 7" descr="A screenshot of a computer&#10;&#10;AI-generated content may be incorrect.">
            <a:extLst>
              <a:ext uri="{FF2B5EF4-FFF2-40B4-BE49-F238E27FC236}">
                <a16:creationId xmlns:a16="http://schemas.microsoft.com/office/drawing/2014/main" id="{05CE4B88-3B6E-5383-7FC9-BF987AAE36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2864" y="2209709"/>
            <a:ext cx="5047488" cy="2771334"/>
          </a:xfrm>
          <a:prstGeom prst="rect">
            <a:avLst/>
          </a:prstGeom>
        </p:spPr>
      </p:pic>
    </p:spTree>
    <p:extLst>
      <p:ext uri="{BB962C8B-B14F-4D97-AF65-F5344CB8AC3E}">
        <p14:creationId xmlns:p14="http://schemas.microsoft.com/office/powerpoint/2010/main" val="3396161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23A46-DFE3-BFB4-1AA8-9AB10A7B0A60}"/>
              </a:ext>
            </a:extLst>
          </p:cNvPr>
          <p:cNvSpPr>
            <a:spLocks noGrp="1"/>
          </p:cNvSpPr>
          <p:nvPr>
            <p:ph type="title"/>
          </p:nvPr>
        </p:nvSpPr>
        <p:spPr/>
        <p:txBody>
          <a:bodyPr>
            <a:noAutofit/>
          </a:bodyPr>
          <a:lstStyle/>
          <a:p>
            <a:r>
              <a:rPr lang="en-US" sz="2000" dirty="0"/>
              <a:t>I attempted to implement AI-generated images for my task using the provided reference image as a basis for text prompts. I created many images, but the results did not match the desired camera angle. Additionally, in most generated images, the male character was not facing the display screen as in the reference; instead, he was looking at the female character’s face. To address this issue, I tried an alternative method by providing the reference image background and character separately as inputs.</a:t>
            </a:r>
            <a:endParaRPr lang="en-IN" sz="2000" dirty="0"/>
          </a:p>
        </p:txBody>
      </p:sp>
      <p:pic>
        <p:nvPicPr>
          <p:cNvPr id="5" name="Content Placeholder 4" descr="A screenshot of a video&#10;&#10;AI-generated content may be incorrect.">
            <a:extLst>
              <a:ext uri="{FF2B5EF4-FFF2-40B4-BE49-F238E27FC236}">
                <a16:creationId xmlns:a16="http://schemas.microsoft.com/office/drawing/2014/main" id="{88EEA5BF-C062-5668-E62E-B6CEE5A1DF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2704" y="1825625"/>
            <a:ext cx="8466592" cy="4351338"/>
          </a:xfrm>
        </p:spPr>
      </p:pic>
    </p:spTree>
    <p:extLst>
      <p:ext uri="{BB962C8B-B14F-4D97-AF65-F5344CB8AC3E}">
        <p14:creationId xmlns:p14="http://schemas.microsoft.com/office/powerpoint/2010/main" val="233355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FF4C5-C4B1-21C6-298A-16C60A6CBEBB}"/>
              </a:ext>
            </a:extLst>
          </p:cNvPr>
          <p:cNvSpPr>
            <a:spLocks noGrp="1"/>
          </p:cNvSpPr>
          <p:nvPr>
            <p:ph type="title"/>
          </p:nvPr>
        </p:nvSpPr>
        <p:spPr/>
        <p:txBody>
          <a:bodyPr>
            <a:normAutofit/>
          </a:bodyPr>
          <a:lstStyle/>
          <a:p>
            <a:r>
              <a:rPr lang="en-US" sz="2000" dirty="0"/>
              <a:t>Another method I explored for image creation involves providing the reference image’s scene components separately, such as subjects, background, and locations. I tried generating images by giving these scene references individually. The resulting images appeared realistic and had a good level of detail, but the camera angle did not match exactly</a:t>
            </a:r>
            <a:endParaRPr lang="en-IN" sz="2000" dirty="0"/>
          </a:p>
        </p:txBody>
      </p:sp>
      <p:pic>
        <p:nvPicPr>
          <p:cNvPr id="5" name="Content Placeholder 4" descr="A collage of a person working out&#10;&#10;AI-generated content may be incorrect.">
            <a:extLst>
              <a:ext uri="{FF2B5EF4-FFF2-40B4-BE49-F238E27FC236}">
                <a16:creationId xmlns:a16="http://schemas.microsoft.com/office/drawing/2014/main" id="{EC5B77A5-C51A-BAB2-AF1F-10D28452B9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6314" y="1825625"/>
            <a:ext cx="8799372" cy="4351338"/>
          </a:xfrm>
        </p:spPr>
      </p:pic>
    </p:spTree>
    <p:extLst>
      <p:ext uri="{BB962C8B-B14F-4D97-AF65-F5344CB8AC3E}">
        <p14:creationId xmlns:p14="http://schemas.microsoft.com/office/powerpoint/2010/main" val="2763233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6DEE5-6311-1DD8-C3C2-08546A90D2DE}"/>
              </a:ext>
            </a:extLst>
          </p:cNvPr>
          <p:cNvSpPr>
            <a:spLocks noGrp="1"/>
          </p:cNvSpPr>
          <p:nvPr>
            <p:ph type="title"/>
          </p:nvPr>
        </p:nvSpPr>
        <p:spPr/>
        <p:txBody>
          <a:bodyPr>
            <a:normAutofit/>
          </a:bodyPr>
          <a:lstStyle/>
          <a:p>
            <a:r>
              <a:rPr lang="en-US" sz="2000" dirty="0"/>
              <a:t>Additionally, the male character did not perfectly align with the reference character’s pose and perspective. Therefore, to improve accuracy, I also included the background scene explicitly along with the character references. This approach helped bring the composition closer to the original, but some differences in angle and character positioning remain.</a:t>
            </a:r>
            <a:endParaRPr lang="en-IN" sz="2000" dirty="0"/>
          </a:p>
        </p:txBody>
      </p:sp>
      <p:pic>
        <p:nvPicPr>
          <p:cNvPr id="11" name="Content Placeholder 10" descr="A screenshot of a video&#10;&#10;AI-generated content may be incorrect.">
            <a:extLst>
              <a:ext uri="{FF2B5EF4-FFF2-40B4-BE49-F238E27FC236}">
                <a16:creationId xmlns:a16="http://schemas.microsoft.com/office/drawing/2014/main" id="{F2AC828F-3136-D69C-00CF-7020D06170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8525" y="1825625"/>
            <a:ext cx="8854949" cy="4351338"/>
          </a:xfrm>
        </p:spPr>
      </p:pic>
    </p:spTree>
    <p:extLst>
      <p:ext uri="{BB962C8B-B14F-4D97-AF65-F5344CB8AC3E}">
        <p14:creationId xmlns:p14="http://schemas.microsoft.com/office/powerpoint/2010/main" val="3572060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3DDB5-18D8-6C18-34CF-7E70DF88F3E7}"/>
              </a:ext>
            </a:extLst>
          </p:cNvPr>
          <p:cNvSpPr>
            <a:spLocks noGrp="1"/>
          </p:cNvSpPr>
          <p:nvPr>
            <p:ph type="title"/>
          </p:nvPr>
        </p:nvSpPr>
        <p:spPr>
          <a:xfrm>
            <a:off x="838200" y="163924"/>
            <a:ext cx="10515600" cy="1325563"/>
          </a:xfrm>
        </p:spPr>
        <p:txBody>
          <a:bodyPr>
            <a:normAutofit/>
          </a:bodyPr>
          <a:lstStyle/>
          <a:p>
            <a:r>
              <a:rPr lang="en-US" sz="2800" dirty="0"/>
              <a:t>We can generate videos directly from images using its advanced image-to-video generation capabilities. It looks nice, but it is limited to only 10 generations.</a:t>
            </a:r>
            <a:endParaRPr lang="en-IN" sz="2800" dirty="0"/>
          </a:p>
        </p:txBody>
      </p:sp>
      <p:pic>
        <p:nvPicPr>
          <p:cNvPr id="4" name="Whisk_cauajdvmowviotmwltywztktngjkni04yjvjltu">
            <a:hlinkClick r:id="" action="ppaction://media"/>
            <a:extLst>
              <a:ext uri="{FF2B5EF4-FFF2-40B4-BE49-F238E27FC236}">
                <a16:creationId xmlns:a16="http://schemas.microsoft.com/office/drawing/2014/main" id="{100756D5-8A4B-E743-7910-8A173C271A7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572769" y="1489487"/>
            <a:ext cx="8609838" cy="4842924"/>
          </a:xfrm>
        </p:spPr>
      </p:pic>
    </p:spTree>
    <p:extLst>
      <p:ext uri="{BB962C8B-B14F-4D97-AF65-F5344CB8AC3E}">
        <p14:creationId xmlns:p14="http://schemas.microsoft.com/office/powerpoint/2010/main" val="251172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306</Words>
  <Application>Microsoft Office PowerPoint</Application>
  <PresentationFormat>Widescreen</PresentationFormat>
  <Paragraphs>11</Paragraphs>
  <Slides>8</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Whisk AI</vt:lpstr>
      <vt:lpstr>Whisk AI is currently not available in India, so I used a VPN to access its features. By connecting through a VPN</vt:lpstr>
      <vt:lpstr>We can generated the  both images and video generation in the whisk ai </vt:lpstr>
      <vt:lpstr>We can either provide the text prompt directly or give a scene reference using the side menu, along with specifying the background location and style also.</vt:lpstr>
      <vt:lpstr>I attempted to implement AI-generated images for my task using the provided reference image as a basis for text prompts. I created many images, but the results did not match the desired camera angle. Additionally, in most generated images, the male character was not facing the display screen as in the reference; instead, he was looking at the female character’s face. To address this issue, I tried an alternative method by providing the reference image background and character separately as inputs.</vt:lpstr>
      <vt:lpstr>Another method I explored for image creation involves providing the reference image’s scene components separately, such as subjects, background, and locations. I tried generating images by giving these scene references individually. The resulting images appeared realistic and had a good level of detail, but the camera angle did not match exactly</vt:lpstr>
      <vt:lpstr>Additionally, the male character did not perfectly align with the reference character’s pose and perspective. Therefore, to improve accuracy, I also included the background scene explicitly along with the character references. This approach helped bring the composition closer to the original, but some differences in angle and character positioning remain.</vt:lpstr>
      <vt:lpstr>We can generate videos directly from images using its advanced image-to-video generation capabilities. It looks nice, but it is limited to only 10 generations.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 Mdu</dc:creator>
  <cp:lastModifiedBy>Admin Mdu</cp:lastModifiedBy>
  <cp:revision>4</cp:revision>
  <dcterms:created xsi:type="dcterms:W3CDTF">2025-05-31T09:23:21Z</dcterms:created>
  <dcterms:modified xsi:type="dcterms:W3CDTF">2025-06-04T06:08:00Z</dcterms:modified>
</cp:coreProperties>
</file>